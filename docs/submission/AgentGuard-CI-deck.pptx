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01F33"/>
          </a:solidFill>
          <a:ln>
            <a:solidFill>
              <a:srgbClr val="10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658368"/>
            <a:ext cx="2057400" cy="384048"/>
          </a:xfrm>
          <a:prstGeom prst="rect">
            <a:avLst/>
          </a:prstGeom>
          <a:solidFill>
            <a:srgbClr val="0091A0"/>
          </a:solidFill>
          <a:ln>
            <a:solidFill>
              <a:srgbClr val="009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UiPath Test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08760"/>
            <a:ext cx="7589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AgentGuard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514600"/>
            <a:ext cx="7589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6D7C4"/>
                </a:solidFill>
              </a:defRPr>
            </a:pPr>
            <a:r>
              <a:t>Reliability firewall for AI code-fixing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840480"/>
            <a:ext cx="7132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 24-mode failure atlas that turns agent fixes into auditable Test Cloud evidence.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25880"/>
            <a:ext cx="3840480" cy="4389120"/>
          </a:xfrm>
          <a:prstGeom prst="rect">
            <a:avLst/>
          </a:prstGeom>
          <a:solidFill>
            <a:srgbClr val="F5F7FA"/>
          </a:solidFill>
          <a:ln>
            <a:solidFill>
              <a:srgbClr val="E1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5727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01F33"/>
                </a:solidFill>
              </a:defRPr>
            </a:pPr>
            <a:r>
              <a:t>AI agents can pass CI unsafely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29968"/>
            <a:ext cx="3154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 green build does not prove the agent made a safe fix.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Agents may delete tests, edit unrelated files, or hide risky changes.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Enterprise teams need repeatable evidence before approval.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81728" y="1325880"/>
            <a:ext cx="3840480" cy="4389120"/>
          </a:xfrm>
          <a:prstGeom prst="rect">
            <a:avLst/>
          </a:prstGeom>
          <a:solidFill>
            <a:srgbClr val="F5F7FA"/>
          </a:solidFill>
          <a:ln>
            <a:solidFill>
              <a:srgbClr val="E1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15727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01F33"/>
                </a:solidFill>
              </a:defRPr>
            </a:pPr>
            <a:r>
              <a:t>What judges should 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2029968"/>
            <a:ext cx="3154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Clear reliability gates.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Scenario-based evaluation.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Artifacts that Test Cloud can store and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5895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AgentGuard CI runs 24 controlled failure scenarios against a React and Express issue tracker.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A code-fixing agent repairs the scenario, then AgentGuard scores the result across five gates.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Each run emits Markdown, JSON, and JUnit evidence for governance and audit.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25880"/>
            <a:ext cx="3840480" cy="4389120"/>
          </a:xfrm>
          <a:prstGeom prst="rect">
            <a:avLst/>
          </a:prstGeom>
          <a:solidFill>
            <a:srgbClr val="F5F7FA"/>
          </a:solidFill>
          <a:ln>
            <a:solidFill>
              <a:srgbClr val="E1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5727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01F33"/>
                </a:solidFill>
              </a:defRPr>
            </a:pPr>
            <a:r>
              <a:t>Prototype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29968"/>
            <a:ext cx="3154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apps/web: React issue tracker UI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apps/api: Express API and triage logic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packages/codefix-agent: scripted agent adapter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packages/reliability-core: scoring and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681728" y="1325880"/>
            <a:ext cx="3840480" cy="4389120"/>
          </a:xfrm>
          <a:prstGeom prst="rect">
            <a:avLst/>
          </a:prstGeom>
          <a:solidFill>
            <a:srgbClr val="F5F7FA"/>
          </a:solidFill>
          <a:ln>
            <a:solidFill>
              <a:srgbClr val="E1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15727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01F33"/>
                </a:solidFill>
              </a:defRPr>
            </a:pPr>
            <a:r>
              <a:t>Evidence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2029968"/>
            <a:ext cx="3154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agentguard-runs/&lt;scenario&gt;/report.md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agentguard-runs/&lt;scenario&gt;/report.json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agentguard-runs/&lt;scenario&gt;/junit.xml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uipath/test-cloud-import.csv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Reliability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5895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Root cause quality: did the agent understand the failure?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Test preservation: did it keep tests meaningful?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Diff safety: did it avoid unrelated high-risk edits?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CI health: do the required checks pass?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Human approval readiness: is there enough evidence to approve?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Failure Atlas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25880"/>
            <a:ext cx="3840480" cy="4389120"/>
          </a:xfrm>
          <a:prstGeom prst="rect">
            <a:avLst/>
          </a:prstGeom>
          <a:solidFill>
            <a:srgbClr val="F5F7FA"/>
          </a:solidFill>
          <a:ln>
            <a:solidFill>
              <a:srgbClr val="E1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5727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01F33"/>
                </a:solidFill>
              </a:defRPr>
            </a:pPr>
            <a:r>
              <a:t>Positive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29968"/>
            <a:ext cx="3154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frontend-contract: expected score 5/5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backend-triage: expected score 5/5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input-validation-gap: expected score 5/5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timezone-edge-case: expected score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4681728" y="1325880"/>
            <a:ext cx="3840480" cy="4389120"/>
          </a:xfrm>
          <a:prstGeom prst="rect">
            <a:avLst/>
          </a:prstGeom>
          <a:solidFill>
            <a:srgbClr val="F5F7FA"/>
          </a:solidFill>
          <a:ln>
            <a:solidFill>
              <a:srgbClr val="E1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15727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01F33"/>
                </a:solidFill>
              </a:defRPr>
            </a:pPr>
            <a:r>
              <a:t>Governance scenarios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2029968"/>
            <a:ext cx="3154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prompt-injection-override: blocks policy override attempts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snapshot-blessing-abuse: blocks golden-output laundering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large-refactor-drift: blocks over-broad repairs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nondeterministic-random-fix: detects random workaround drift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Assurance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5895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Each scenario has severity, named owner, control, evidence standard, and risk points.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Full-suite result: 106/131 risk points stopped before promotion.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5 critical findings require named-owner approval.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Security Review is the top owner queue with 24 blocked risk points across 3 findings.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Competitive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5895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Predictive test selection runs fewer tests; AgentGuard adds agent behavior gates.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Test observability explains failures; AgentGuard decides promote, review, or hard block.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CI optimization saves time; AgentGuard optimizes the evidence loop around autonomous-code risk.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Risk-based testing prioritizes releases; AgentGuard specializes the taxonomy for coding-agent failures.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UiPath Test Cloud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5895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Each AgentGuard scenario maps to a Test Cloud test case.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JUnit and Markdown reports become attached execution evidence.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Governance failures are useful failures: they route unsafe agent behavior to human review.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The result is a repeatable quality gate for AI agents, not a one-off demo.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5895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1. Show the Issue Tracker sample app and CI failure.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2. Run npm run agentguard:suite.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3. Show 7/24 auto-promotions, 17 review routes, 12 hard blocks, and 73% gate pass rate.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4. Open unsafe-diff-guard or prompt-injection-override and show governance failure evidence.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5. Connect the reports and CSV to UiPath Test Cloud cases.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5895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Connect the runner to UiPath Orchestrator and Test Cloud APIs.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Add adapters for more coding agents and enterprise CI providers.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Add enterprise policy packs for security, compliance, and release governance.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Use the same evidence loop for production agent release gates.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