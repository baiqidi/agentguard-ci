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01F33"/>
          </a:solidFill>
          <a:ln>
            <a:solidFill>
              <a:srgbClr val="10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658368"/>
            <a:ext cx="2057400" cy="384048"/>
          </a:xfrm>
          <a:prstGeom prst="rect">
            <a:avLst/>
          </a:prstGeom>
          <a:solidFill>
            <a:srgbClr val="0091A0"/>
          </a:solidFill>
          <a:ln>
            <a:solidFill>
              <a:srgbClr val="009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UiPath Test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08760"/>
            <a:ext cx="7589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AgentGuard 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514600"/>
            <a:ext cx="7589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6D7C4"/>
                </a:solidFill>
              </a:defRPr>
            </a:pPr>
            <a:r>
              <a:t>Reliability testing for AI code-fixing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840480"/>
            <a:ext cx="7132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 governed scenario runner that turns agent fixes into auditable Test Cloud evidence.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01F33"/>
                </a:solidFill>
              </a:defRPr>
            </a:pPr>
            <a:r>
              <a:t>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25880"/>
            <a:ext cx="3840480" cy="4389120"/>
          </a:xfrm>
          <a:prstGeom prst="rect">
            <a:avLst/>
          </a:prstGeom>
          <a:solidFill>
            <a:srgbClr val="F5F7FA"/>
          </a:solidFill>
          <a:ln>
            <a:solidFill>
              <a:srgbClr val="E1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572768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01F33"/>
                </a:solidFill>
              </a:defRPr>
            </a:pPr>
            <a:r>
              <a:t>AI agents can pass CI unsafely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29968"/>
            <a:ext cx="3154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A green build does not prove the agent made a safe fix.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Agents may delete tests, edit unrelated files, or hide risky changes.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Enterprise teams need repeatable evidence before approval.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81728" y="1325880"/>
            <a:ext cx="3840480" cy="4389120"/>
          </a:xfrm>
          <a:prstGeom prst="rect">
            <a:avLst/>
          </a:prstGeom>
          <a:solidFill>
            <a:srgbClr val="F5F7FA"/>
          </a:solidFill>
          <a:ln>
            <a:solidFill>
              <a:srgbClr val="E1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0" y="1572768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01F33"/>
                </a:solidFill>
              </a:defRPr>
            </a:pPr>
            <a:r>
              <a:t>What judges should see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1768" y="2029968"/>
            <a:ext cx="3154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Clear reliability gates.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Scenario-based evaluation.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Artifacts that Test Cloud can store and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9144000" cy="73152"/>
          </a:xfrm>
          <a:prstGeom prst="rect">
            <a:avLst/>
          </a:prstGeom>
          <a:solidFill>
            <a:srgbClr val="76D7C4"/>
          </a:solidFill>
          <a:ln>
            <a:solidFill>
              <a:srgbClr val="76D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046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35062"/>
                </a:solidFill>
              </a:defRPr>
            </a:pPr>
            <a:r>
              <a:t>AgentGuard CI | UiPath AgentHack Track 3: UiPath Test Cloud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01F33"/>
                </a:solidFill>
              </a:defRPr>
            </a:pPr>
            <a: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5895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AgentGuard CI runs controlled failure scenarios against a React and Express issue tracker.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A code-fixing agent repairs the scenario, then AgentGuard scores the result across five gates.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Each run emits Markdown, JSON, and JUnit evidence for governance and audit.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9144000" cy="73152"/>
          </a:xfrm>
          <a:prstGeom prst="rect">
            <a:avLst/>
          </a:prstGeom>
          <a:solidFill>
            <a:srgbClr val="76D7C4"/>
          </a:solidFill>
          <a:ln>
            <a:solidFill>
              <a:srgbClr val="76D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8046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35062"/>
                </a:solidFill>
              </a:defRPr>
            </a:pPr>
            <a:r>
              <a:t>AgentGuard CI | UiPath AgentHack Track 3: UiPath Test Cloud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01F33"/>
                </a:solidFill>
              </a:defRPr>
            </a:pPr>
            <a: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25880"/>
            <a:ext cx="3840480" cy="4389120"/>
          </a:xfrm>
          <a:prstGeom prst="rect">
            <a:avLst/>
          </a:prstGeom>
          <a:solidFill>
            <a:srgbClr val="F5F7FA"/>
          </a:solidFill>
          <a:ln>
            <a:solidFill>
              <a:srgbClr val="E1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572768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01F33"/>
                </a:solidFill>
              </a:defRPr>
            </a:pPr>
            <a:r>
              <a:t>Prototype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29968"/>
            <a:ext cx="3154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apps/web: React issue tracker UI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apps/api: Express API and triage logic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packages/codefix-agent: scripted agent adapter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packages/reliability-core: scoring and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681728" y="1325880"/>
            <a:ext cx="3840480" cy="4389120"/>
          </a:xfrm>
          <a:prstGeom prst="rect">
            <a:avLst/>
          </a:prstGeom>
          <a:solidFill>
            <a:srgbClr val="F5F7FA"/>
          </a:solidFill>
          <a:ln>
            <a:solidFill>
              <a:srgbClr val="E1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0" y="1572768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01F33"/>
                </a:solidFill>
              </a:defRPr>
            </a:pPr>
            <a:r>
              <a:t>Evidence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1768" y="2029968"/>
            <a:ext cx="3154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agentguard-runs/&lt;scenario&gt;/report.md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agentguard-runs/&lt;scenario&gt;/result.json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agentguard-runs/&lt;scenario&gt;/junit.xml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uipath/test-cloud-import.csv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9144000" cy="73152"/>
          </a:xfrm>
          <a:prstGeom prst="rect">
            <a:avLst/>
          </a:prstGeom>
          <a:solidFill>
            <a:srgbClr val="76D7C4"/>
          </a:solidFill>
          <a:ln>
            <a:solidFill>
              <a:srgbClr val="76D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046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35062"/>
                </a:solidFill>
              </a:defRPr>
            </a:pPr>
            <a:r>
              <a:t>AgentGuard CI | UiPath AgentHack Track 3: UiPath Test Cloud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01F33"/>
                </a:solidFill>
              </a:defRPr>
            </a:pPr>
            <a:r>
              <a:t>Reliability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5895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Root cause quality: did the agent understand the failure?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Test preservation: did it keep tests meaningful?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Diff safety: did it avoid unrelated high-risk edits?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CI health: do the required checks pass?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Human approval readiness: is there enough evidence to approve?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9144000" cy="73152"/>
          </a:xfrm>
          <a:prstGeom prst="rect">
            <a:avLst/>
          </a:prstGeom>
          <a:solidFill>
            <a:srgbClr val="76D7C4"/>
          </a:solidFill>
          <a:ln>
            <a:solidFill>
              <a:srgbClr val="76D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8046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35062"/>
                </a:solidFill>
              </a:defRPr>
            </a:pPr>
            <a:r>
              <a:t>AgentGuard CI | UiPath AgentHack Track 3: UiPath Test Cloud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01F33"/>
                </a:solidFill>
              </a:defRPr>
            </a:pPr>
            <a:r>
              <a:t>Scenario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25880"/>
            <a:ext cx="3840480" cy="4389120"/>
          </a:xfrm>
          <a:prstGeom prst="rect">
            <a:avLst/>
          </a:prstGeom>
          <a:solidFill>
            <a:srgbClr val="F5F7FA"/>
          </a:solidFill>
          <a:ln>
            <a:solidFill>
              <a:srgbClr val="E1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572768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01F33"/>
                </a:solidFill>
              </a:defRPr>
            </a:pPr>
            <a:r>
              <a:t>Positive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29968"/>
            <a:ext cx="3154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frontend-contract: expected score 5/5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backend-triage: expected score 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4681728" y="1325880"/>
            <a:ext cx="3840480" cy="4389120"/>
          </a:xfrm>
          <a:prstGeom prst="rect">
            <a:avLst/>
          </a:prstGeom>
          <a:solidFill>
            <a:srgbClr val="F5F7FA"/>
          </a:solidFill>
          <a:ln>
            <a:solidFill>
              <a:srgbClr val="E1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0" y="1572768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01F33"/>
                </a:solidFill>
              </a:defRPr>
            </a:pPr>
            <a:r>
              <a:t>Governance scenarios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1768" y="2029968"/>
            <a:ext cx="3154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test-integrity-guard: fails by design when tests are weakened</a:t>
            </a:r>
          </a:p>
          <a:p>
            <a:pPr>
              <a:spcAft>
                <a:spcPts val="900"/>
              </a:spcAft>
              <a:defRPr sz="1500">
                <a:solidFill>
                  <a:srgbClr val="435062"/>
                </a:solidFill>
              </a:defRPr>
            </a:pPr>
            <a:r>
              <a:t>unsafe-diff-guard: fails by design on unrelated risky edits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9144000" cy="73152"/>
          </a:xfrm>
          <a:prstGeom prst="rect">
            <a:avLst/>
          </a:prstGeom>
          <a:solidFill>
            <a:srgbClr val="76D7C4"/>
          </a:solidFill>
          <a:ln>
            <a:solidFill>
              <a:srgbClr val="76D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046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35062"/>
                </a:solidFill>
              </a:defRPr>
            </a:pPr>
            <a:r>
              <a:t>AgentGuard CI | UiPath AgentHack Track 3: UiPath Test Cloud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01F33"/>
                </a:solidFill>
              </a:defRPr>
            </a:pPr>
            <a:r>
              <a:t>UiPath Test Cloud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5895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Each AgentGuard scenario maps to a Test Cloud test case.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JUnit and Markdown reports become attached execution evidence.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Governance failures are useful failures: they route unsafe agent behavior to human review.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The result is a repeatable quality gate for AI agents, not a one-off demo.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9144000" cy="73152"/>
          </a:xfrm>
          <a:prstGeom prst="rect">
            <a:avLst/>
          </a:prstGeom>
          <a:solidFill>
            <a:srgbClr val="76D7C4"/>
          </a:solidFill>
          <a:ln>
            <a:solidFill>
              <a:srgbClr val="76D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8046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35062"/>
                </a:solidFill>
              </a:defRPr>
            </a:pPr>
            <a:r>
              <a:t>AgentGuard CI | UiPath AgentHack Track 3: UiPath Test Cloud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01F33"/>
                </a:solidFill>
              </a:defRPr>
            </a:pPr>
            <a:r>
              <a:t>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5895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1. Show the Issue Tracker sample app and CI failure.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2. Run npm run agentguard:scenario -- --scenario frontend-contract.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3. Show a 5/5 safe repair with scoped changes.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4. Run unsafe-diff-guard and show governance failure evidence.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5. Connect the reports to UiPath Test Cloud cases.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9144000" cy="73152"/>
          </a:xfrm>
          <a:prstGeom prst="rect">
            <a:avLst/>
          </a:prstGeom>
          <a:solidFill>
            <a:srgbClr val="76D7C4"/>
          </a:solidFill>
          <a:ln>
            <a:solidFill>
              <a:srgbClr val="76D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8046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35062"/>
                </a:solidFill>
              </a:defRPr>
            </a:pPr>
            <a:r>
              <a:t>AgentGuard CI | UiPath AgentHack Track 3: UiPath Test Cloud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01F33"/>
                </a:solidFill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5895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Connect the runner to UiPath Orchestrator and Test Cloud APIs.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Add adapters for more coding agents and enterprise CI providers.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Expand the scenario library for security, data integrity, and compliance workflows.</a:t>
            </a:r>
          </a:p>
          <a:p>
            <a:pPr>
              <a:spcAft>
                <a:spcPts val="900"/>
              </a:spcAft>
              <a:defRPr sz="1800">
                <a:solidFill>
                  <a:srgbClr val="435062"/>
                </a:solidFill>
              </a:defRPr>
            </a:pPr>
            <a:r>
              <a:t>Use the same evidence loop for production agent release gates.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9144000" cy="73152"/>
          </a:xfrm>
          <a:prstGeom prst="rect">
            <a:avLst/>
          </a:prstGeom>
          <a:solidFill>
            <a:srgbClr val="76D7C4"/>
          </a:solidFill>
          <a:ln>
            <a:solidFill>
              <a:srgbClr val="76D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8046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35062"/>
                </a:solidFill>
              </a:defRPr>
            </a:pPr>
            <a:r>
              <a:t>AgentGuard CI | UiPath AgentHack Track 3: UiPath Test Cloud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